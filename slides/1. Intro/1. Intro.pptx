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1"/>
  </p:sldMasterIdLst>
  <p:sldIdLst>
    <p:sldId id="256" r:id="rId2"/>
  </p:sldIdLst>
  <p:sldSz cx="9144000" cy="5143500" type="screen16x9"/>
  <p:notesSz cx="6858000" cy="9144000"/>
  <p:defaultTextStyle>
    <a:defPPr>
      <a:defRPr lang="pl-P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5311"/>
    <p:restoredTop sz="96327"/>
  </p:normalViewPr>
  <p:slideViewPr>
    <p:cSldViewPr snapToGrid="0">
      <p:cViewPr varScale="1">
        <p:scale>
          <a:sx n="122" d="100"/>
          <a:sy n="122" d="100"/>
        </p:scale>
        <p:origin x="200" y="17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5.03.2026</a:t>
            </a:fld>
            <a:endParaRPr lang="pl-PL">
              <a:uFillTx/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33811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</p:spTree>
    <p:extLst>
      <p:ext uri="{BB962C8B-B14F-4D97-AF65-F5344CB8AC3E}">
        <p14:creationId xmlns:p14="http://schemas.microsoft.com/office/powerpoint/2010/main" val="4285464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5.03.2026</a:t>
            </a:fld>
            <a:endParaRPr lang="pl-PL">
              <a:uFillTx/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091306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5.03.2026</a:t>
            </a:fld>
            <a:endParaRPr lang="pl-PL">
              <a:uFillTx/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325434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5.03.2026</a:t>
            </a:fld>
            <a:endParaRPr lang="pl-PL">
              <a:uFillTx/>
            </a:endParaRP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766411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5.03.2026</a:t>
            </a:fld>
            <a:endParaRPr lang="pl-PL">
              <a:uFillTx/>
            </a:endParaRPr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81649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5.03.2026</a:t>
            </a:fld>
            <a:endParaRPr lang="pl-PL">
              <a:uFillTx/>
            </a:endParaRPr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812463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5.03.2026</a:t>
            </a:fld>
            <a:endParaRPr lang="pl-PL">
              <a:uFillTx/>
            </a:endParaRPr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2262898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5.03.2026</a:t>
            </a:fld>
            <a:endParaRPr lang="pl-PL">
              <a:uFillTx/>
            </a:endParaRP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54608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wa - Praw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ymbol zastępczy tekstu 6"/>
          <p:cNvSpPr>
            <a:spLocks noGrp="1"/>
          </p:cNvSpPr>
          <p:nvPr>
            <p:ph type="body" sz="quarter" idx="10"/>
          </p:nvPr>
        </p:nvSpPr>
        <p:spPr>
          <a:xfrm>
            <a:off x="985899" y="1806180"/>
            <a:ext cx="3240088" cy="912019"/>
          </a:xfrm>
        </p:spPr>
        <p:txBody>
          <a:bodyPr anchor="ctr"/>
          <a:lstStyle>
            <a:lvl1pPr marL="0" indent="0" algn="r">
              <a:buNone/>
              <a:defRPr sz="3300"/>
            </a:lvl1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  <p:sp>
        <p:nvSpPr>
          <p:cNvPr id="8" name="Symbol zastępczy tekstu 6"/>
          <p:cNvSpPr>
            <a:spLocks noGrp="1"/>
          </p:cNvSpPr>
          <p:nvPr>
            <p:ph type="body" sz="quarter" idx="11"/>
          </p:nvPr>
        </p:nvSpPr>
        <p:spPr>
          <a:xfrm>
            <a:off x="4422180" y="1806180"/>
            <a:ext cx="3240088" cy="912019"/>
          </a:xfrm>
        </p:spPr>
        <p:txBody>
          <a:bodyPr anchor="ctr"/>
          <a:lstStyle>
            <a:lvl1pPr marL="0" indent="0" algn="l">
              <a:buNone/>
              <a:defRPr sz="3300"/>
            </a:lvl1pPr>
          </a:lstStyle>
          <a:p>
            <a:pPr lvl="0"/>
            <a:r>
              <a:rPr lang="pl-PL" dirty="0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3867135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l-PL"/>
              <a:t>Kliknij ikonę, aby dodać obraz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5.03.2026</a:t>
            </a:fld>
            <a:endParaRPr lang="pl-PL">
              <a:uFillTx/>
            </a:endParaRP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708990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5.03.2026</a:t>
            </a:fld>
            <a:endParaRPr lang="pl-PL">
              <a:uFillTx/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4949783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A8B05-0052-1A4C-B7E6-43F0EFB84FAB}" type="datetimeFigureOut">
              <a:rPr lang="pl-PL" smtClean="0">
                <a:uFillTx/>
              </a:rPr>
              <a:t>5.03.2026</a:t>
            </a:fld>
            <a:endParaRPr lang="pl-PL">
              <a:uFillTx/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>
              <a:uFillTx/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6405547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6286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tint val="75000"/>
                  </a:schemeClr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</a:lstStyle>
          <a:p>
            <a:fld id="{91FA8B05-0052-1A4C-B7E6-43F0EFB84FAB}" type="datetimeFigureOut">
              <a:rPr lang="pl-PL" smtClean="0">
                <a:uFillTx/>
              </a:rPr>
              <a:t>5.03.2026</a:t>
            </a:fld>
            <a:endParaRPr lang="pl-PL">
              <a:uFillTx/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i="0">
                <a:solidFill>
                  <a:schemeClr val="tx1">
                    <a:tint val="75000"/>
                  </a:schemeClr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</a:lstStyle>
          <a:p>
            <a:endParaRPr lang="pl-PL">
              <a:uFillTx/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tint val="75000"/>
                  </a:schemeClr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defRPr>
            </a:lvl1pPr>
          </a:lstStyle>
          <a:p>
            <a:fld id="{9CF64DEC-F64D-4E40-99B7-A86FBEE60E77}" type="slidenum">
              <a:rPr lang="pl-PL" smtClean="0">
                <a:uFillTx/>
              </a:rPr>
              <a:t>‹#›</a:t>
            </a:fld>
            <a:endParaRPr lang="pl-PL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859588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88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</p:sldLayoutIdLst>
  <p:txStyles>
    <p:titleStyle>
      <a:lvl1pPr algn="ctr" defTabSz="685800" rtl="0" eaLnBrk="1" latinLnBrk="0" hangingPunct="1">
        <a:spcBef>
          <a:spcPct val="0"/>
        </a:spcBef>
        <a:buNone/>
        <a:defRPr sz="33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b="1" i="0" kern="1200">
          <a:solidFill>
            <a:schemeClr val="tx1"/>
          </a:solidFill>
          <a:latin typeface="Helvetica Neue Condensed" panose="02000503000000020004" pitchFamily="2" charset="0"/>
          <a:ea typeface="Helvetica Neue Condensed" panose="02000503000000020004" pitchFamily="2" charset="0"/>
          <a:cs typeface="Helvetica Neue Condensed" panose="02000503000000020004" pitchFamily="2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B9FD9C9-0860-B025-037D-432802A3FE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 err="1"/>
              <a:t>Generative</a:t>
            </a:r>
            <a:r>
              <a:rPr lang="pl-PL"/>
              <a:t> AI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BE16C1A-37E6-796E-532E-1A936B7485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 err="1"/>
              <a:t>github.com/wodecki/TEG_2026</a:t>
            </a:r>
            <a:endParaRPr lang="pl-PL" dirty="0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93254E82-433D-5C26-994C-37D3C14FD283}"/>
              </a:ext>
            </a:extLst>
          </p:cNvPr>
          <p:cNvSpPr txBox="1"/>
          <p:nvPr/>
        </p:nvSpPr>
        <p:spPr>
          <a:xfrm>
            <a:off x="2286000" y="357187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>
                <a:solidFill>
                  <a:schemeClr val="tx1">
                    <a:lumMod val="50000"/>
                    <a:lumOff val="50000"/>
                  </a:schemeClr>
                </a:solidFill>
              </a:rPr>
              <a:t>https://users.pja.edu.pl/~wodecki/</a:t>
            </a:r>
          </a:p>
        </p:txBody>
      </p:sp>
    </p:spTree>
    <p:extLst>
      <p:ext uri="{BB962C8B-B14F-4D97-AF65-F5344CB8AC3E}">
        <p14:creationId xmlns:p14="http://schemas.microsoft.com/office/powerpoint/2010/main" val="363662630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Mod val="20000"/>
            <a:lumOff val="80000"/>
            <a:alpha val="49818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b="1" dirty="0" err="1" smtClean="0">
            <a:latin typeface="Helvetica Neue Condensed" panose="02000503000000020004" pitchFamily="2" charset="0"/>
            <a:ea typeface="Helvetica Neue Condensed" panose="02000503000000020004" pitchFamily="2" charset="0"/>
            <a:cs typeface="Helvetica Neue Condensed" panose="02000503000000020004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efault Theme" id="{1D32CEBE-463C-B745-853E-74B7DA8C9437}" vid="{47B320BF-CE22-D04F-ABA0-9D2F8211922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352</TotalTime>
  <Words>23</Words>
  <Application>Microsoft Macintosh PowerPoint</Application>
  <PresentationFormat>Pokaz na ekranie (16:9)</PresentationFormat>
  <Paragraphs>3</Paragraphs>
  <Slides>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</vt:i4>
      </vt:variant>
    </vt:vector>
  </HeadingPairs>
  <TitlesOfParts>
    <vt:vector size="4" baseType="lpstr">
      <vt:lpstr>Arial</vt:lpstr>
      <vt:lpstr>Helvetica Neue Condensed</vt:lpstr>
      <vt:lpstr>Default Theme</vt:lpstr>
      <vt:lpstr>Generative 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Szablony PPT 2022</dc:title>
  <dc:creator>Wodecki Andrzej</dc:creator>
  <cp:lastModifiedBy>Andrzej Wodecki</cp:lastModifiedBy>
  <cp:revision>56</cp:revision>
  <dcterms:created xsi:type="dcterms:W3CDTF">2022-09-22T14:05:16Z</dcterms:created>
  <dcterms:modified xsi:type="dcterms:W3CDTF">2026-03-05T08:26:11Z</dcterms:modified>
</cp:coreProperties>
</file>